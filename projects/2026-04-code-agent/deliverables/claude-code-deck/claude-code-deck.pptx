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【口播 · Harness 五类组件】
— Tools：bash / read / write / edit / glob / grep / browser — Claude Code 实现了 30+ 个工具方法
— Knowledge：CLAUDE.md、skill 文件、领域文档都属于这一层
— Observation：每轮 LLM 调用前注入 git diff、错误日志、浏览器状态
— Permissions：cc-haha 里有精细的 allow/deny 权限治理，默认拒绝危险操作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【口播 · 最小 Agent Loop 细节】
— run_tools() 对每个 tool_use block 依次执行，返回 tool_result 列表
— messages[] 持续累积：user → assistant → tool_result → assistant → ...
— cc-haha queryLoop 有 7 个以上 continue 站点，处理各种中断 / 重试 / 压缩触发
— 最小实现和生产实现的本质差异：错误处理、token 计数、权限检查；循环结构完全相同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【口播 · Subagent 四条 Fork 路径（cc-haha）】
— Fork 1：新 tmux 窗口（独立终端，视觉可见）
— Fork 2：新 iTerm2 tab（macOS 专用）
— Fork 3：in-process（AsyncLocalStorage 上下文隔离，最快）
— Fork 4：worktree 绑定（s12 的隔离执行模式）
— 禁止递归生成：child agent 的 TOOLS 列表里不包含 AgentTool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【口播 · cc-haha 5 层压缩策略细节】
— Snip：只裁剪最老的几轮，保留最近完整历史
— Micro Compact：把 3 轮前的 tool_result 替换为 [result truncated: N chars]
— Context Collapse：整段历史折叠成一个摘要 block
— Auto Compact：token 超阈值时触发 LLM 摘要
— Session Memory：跨会话提取记忆，写入 .claude/memory/
— 熔断器：压缩操作本身不得消耗超过可用 token 的 20%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【口播 · cc-haha 执行后端选择逻辑】
— in-process：开发测试首选，无系统开销
— tmux：生产环境首选，每个队友一个 window，可 attach 查看
— iTerm2：macOS 本地开发的视觉调试选项
— 邮箱格式：{"type":"message","from":"orchestrator","to":"coder","body":"...","request_id":"uuid"}
— drain-on-read：读完就清空文件，避免重复处理历史消息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【口播 · 三个最值得精读的 cc-haha 模块】
— AgentTool：子 agent 的完整生命周期，Fork 四路径，context 传递方式
— Skills：6 种来源的优先级顺序，realpath 去重原理，bundled skills 延迟解压
— Memory：5 层压缩的选择逻辑，熔断器实现，跨会话记忆的 diff 策略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2358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SHARING ·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13400" y="533400"/>
            <a:ext cx="25714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· SOURCE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37398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LOOP TO TEAM · 12 LESSONS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700957"/>
            <a:ext cx="8083296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
</a:t>
            </a:r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源码设计</a:t>
            </a:r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9600" y="3580507"/>
            <a:ext cx="80832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= 模型 + Harness — 从 30 行原型到生产级 code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4572000"/>
            <a:ext cx="16337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learn-claude-code · cc-haha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34623" y="4572000"/>
            <a:ext cx="6117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 → s12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·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742950"/>
            <a:ext cx="8083296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20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 Part，</a:t>
            </a:r>
            <a:pPr algn="l" indent="0" marL="0">
              <a:lnSpc>
                <a:spcPts val="3840"/>
              </a:lnSpc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个机制</a:t>
            </a:r>
            <a:pPr algn="l" indent="0" marL="0">
              <a:lnSpc>
                <a:spcPts val="3840"/>
              </a:lnSpc>
              <a:spcAft>
                <a:spcPts val="20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递进叠加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3501" y="2405658"/>
            <a:ext cx="7416998" cy="25301"/>
          </a:xfrm>
          <a:prstGeom prst="rect">
            <a:avLst/>
          </a:prstGeom>
          <a:solidFill>
            <a:srgbClr val="6B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4750" y="232945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76C7C0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58774" y="2710309"/>
            <a:ext cx="6858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72851" y="2926110"/>
            <a:ext cx="85784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循环与工具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9452" y="3203972"/>
            <a:ext cx="12446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s01–s03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· Tools · TodoWrite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88234" y="232945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76C7C0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69220" y="2710309"/>
            <a:ext cx="6920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6334" y="2926110"/>
            <a:ext cx="85784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知识与记忆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99121" y="3203972"/>
            <a:ext cx="14321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s04–s06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Subagent · Skills · Compact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01717" y="232945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76C7C0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82703" y="2710309"/>
            <a:ext cx="6920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9817" y="2926110"/>
            <a:ext cx="85784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任务与并发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06572" y="3203972"/>
            <a:ext cx="12441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s07–s08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DAG · Background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232945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76C7C0"/>
          </a:solidFill>
          <a:ln w="38100">
            <a:solidFill>
              <a:srgbClr val="0A0A0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96186" y="2710309"/>
            <a:ext cx="6920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99449" y="2926110"/>
            <a:ext cx="1085404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4892" y="3203972"/>
            <a:ext cx="125466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s09–s12</a:t>
            </a:r>
            <a:endParaRPr lang="en-US" sz="90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 · FSM · Worktree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4572000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learn-claude-code · shareAI-lab / NanmiCoder cc-haha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978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47818" y="533400"/>
            <a:ext cx="1006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797844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MENTAL MODEL FIRST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124819"/>
            <a:ext cx="808329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你在建</a:t>
            </a:r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</a:t>
            </a:r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9600" y="3128070"/>
            <a:ext cx="80832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Agency 是学出来的，不是编出来的 — 我们在建 Harness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4572000"/>
            <a:ext cx="14725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= Model + Harness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43230" y="4543425"/>
            <a:ext cx="806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驾驶者 vs 载具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 · HARNESS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808329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= 让模型</a:t>
            </a:r>
            <a:pPr algn="l" indent="0" marL="0">
              <a:lnSpc>
                <a:spcPts val="336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干活</a:t>
            </a:r>
            <a:pPr algn="l" indent="0" marL="0">
              <a:lnSpc>
                <a:spcPts val="3360"/>
              </a:lnSpc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的基础设施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96442"/>
            <a:ext cx="1308943" cy="3062883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448842"/>
            <a:ext cx="10242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1651992"/>
            <a:ext cx="102422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1959322"/>
            <a:ext cx="102422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文件读写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Shell · 网络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· 浏览器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96244" y="1296442"/>
            <a:ext cx="1456581" cy="3062883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48644" y="1448842"/>
            <a:ext cx="1174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8644" y="1651992"/>
            <a:ext cx="117481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48644" y="1959322"/>
            <a:ext cx="117481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产品文档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领域资料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规范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30526" y="1296442"/>
            <a:ext cx="1585317" cy="3062883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2926" y="1448842"/>
            <a:ext cx="13061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2926" y="1651992"/>
            <a:ext cx="130612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2926" y="1959322"/>
            <a:ext cx="1306128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diff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错误日志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浏览器状态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93544" y="1296442"/>
            <a:ext cx="1308943" cy="3062883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45944" y="1448842"/>
            <a:ext cx="10242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45944" y="1651992"/>
            <a:ext cx="102422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45944" y="1959322"/>
            <a:ext cx="102422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调用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交互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0188" y="1296442"/>
            <a:ext cx="1554212" cy="3062883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32588" y="1448842"/>
            <a:ext cx="127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588" y="1651992"/>
            <a:ext cx="127440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588" y="1959322"/>
            <a:ext cx="127440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沙箱隔离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信任边界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9600" y="4486275"/>
            <a:ext cx="20227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模型是驾驶者，Harness 是载具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87741" y="4572000"/>
            <a:ext cx="18835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notes/01-harness-philosophy.md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50" y="0"/>
            <a:ext cx="3860750" cy="5143500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0" y="1264444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3350" y="1327845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1600795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13350" y="1664196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(bash/read/write...)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1937147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13350" y="2000548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Loading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2273498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13350" y="2336899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Compact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2609850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13350" y="2673251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System (DAG)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0" y="2946202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13350" y="3009602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 Tasks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3282553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13350" y="3345954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Teams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3618905"/>
            <a:ext cx="3454450" cy="260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13350" y="3682305"/>
            <a:ext cx="3264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Worktree Isolation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600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1 · FULL PICTURE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600" y="768251"/>
            <a:ext cx="4559909" cy="97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
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剥到本质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09600" y="1896070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agent loop + 7 层 harness 机制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600" y="2340471"/>
            <a:ext cx="44704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核心：while True + stop_reason 判断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工具系统赋予模型触碰世界的能力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/ 任务 / 协作层是工程化的关键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每层机制独立可插拔，循环本身不变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4543425"/>
            <a:ext cx="455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 TypeScript 生产源码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0822" y="1178123"/>
            <a:ext cx="4422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44931" y="2092523"/>
            <a:ext cx="7254139" cy="1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行 Python，</a:t>
            </a:r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 Agent</a:t>
            </a:r>
            <a:pPr algn="ctr" indent="0" marL="0">
              <a:lnSpc>
                <a:spcPts val="52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8941" y="3717727"/>
            <a:ext cx="33661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后续 11 课只是往这个循环上叠机制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572000"/>
            <a:ext cx="24226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2 · THE MINIMAL PROTOTYPE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50" y="1434108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agent_loop(query):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3150" y="1596628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[{"role":"user",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03150" y="1759148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"content": query}]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3150" y="1921669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3150" y="2084189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client.messages.create(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3150" y="2246709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model=MODEL,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3150" y="2409230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tools=TOOLS,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3150" y="2571750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messages=messages,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3150" y="2734270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3150" y="2896791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messages.append(resp.content)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3150" y="3059311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resp.stop_reason != "tool_use":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3150" y="3221831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3150" y="3384352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run_tools(resp.content)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3150" y="3546872"/>
            <a:ext cx="352353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messages.append(results)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63901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2 · LOOP ANATOMY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63901" y="768251"/>
            <a:ext cx="45599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while True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就是全部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063901" y="1408361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每次迭代：推理 → 工具调用 → 观察结果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63901" y="1852761"/>
            <a:ext cx="4470499" cy="88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stop_reason 控制退出：非 tool_use 即终止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messages[] 是唯一状态 — 模型靠它感知世界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run_tools() 是 harness 的核心接入点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3901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 · learn-claude-code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544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A · s01–s03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04497" y="533400"/>
            <a:ext cx="115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LOOP +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81213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 THE MODEL TOUCH THE WORLD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139107"/>
            <a:ext cx="808329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与工具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9600" y="3142357"/>
            <a:ext cx="80832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loop and Bash is all you need — 三课建立 agent 的感知-行动闭环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4572000"/>
            <a:ext cx="9014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 Agent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63507" y="4572000"/>
            <a:ext cx="17043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s02 Tool Use · s03 TodoWrite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5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0" y="1535013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Dispatch 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0" y="1707803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TOOL_HANDLERS = {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0" y="1880592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"bash":  run_bash,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0" y="2053382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"read":  read_file,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2226171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"write": write_file,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0" y="2398961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"edit":  edit_file,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0" y="2571750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0" y="2744539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run_tools(blocks):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2917329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blocks: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0" y="3090118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= TOOL_HANDLERS[b.name]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0" y="3262908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fn(b.input)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0" y="3435697"/>
            <a:ext cx="3523539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新增工具 = 加一行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9600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A · s02 TOOL 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768251"/>
            <a:ext cx="45599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加一个工具，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加一行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9600" y="1408361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 map 替代 if/elif 链 — 可无限扩展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600" y="1852761"/>
            <a:ext cx="4470499" cy="88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字典映射：tool name → handler function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safe_path() 防路径逃逸出工作区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 对照：buildTool() 工厂 + Tool 接口 30+ 方法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s02 · learn-claude-code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50" y="1211014"/>
            <a:ext cx="3454450" cy="36299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0101" y="1312515"/>
            <a:ext cx="32645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[done] 读取配置文件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3150" y="1675507"/>
            <a:ext cx="3454450" cy="36299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1777008"/>
            <a:ext cx="32645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[in_progress] 分析依赖关系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3150" y="2140000"/>
            <a:ext cx="3454450" cy="36299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101" y="2241500"/>
            <a:ext cx="32645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[pending] 生成报告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3150" y="2604492"/>
            <a:ext cx="3454450" cy="36299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101" y="2705993"/>
            <a:ext cx="32645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[pending] 写入输出文件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3150" y="3119884"/>
            <a:ext cx="3454450" cy="812602"/>
          </a:xfrm>
          <a:prstGeom prst="rect">
            <a:avLst/>
          </a:prstGeom>
          <a:solidFill>
            <a:srgbClr val="3D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0101" y="3221385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D474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&lt;reminder&gt;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101" y="3373785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D474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轮未更新 todo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0101" y="3526185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D474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请调用 TodoWrite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0101" y="3678585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D474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&lt;/reminder&gt;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63901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A · s03 TODOWRITE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63901" y="768251"/>
            <a:ext cx="45599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没有计划，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走哪算哪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063901" y="1408361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强制聚焦：同时只允许一个 in_progress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3901" y="1852761"/>
            <a:ext cx="4470499" cy="88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in_progress 约束 — 防止任务跳跃发散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nag reminder — 连续 3 轮不调用自动注入警告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 对照：TodoManager + stopHooks 机制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901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s03 · learn-claude-code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5443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B · s04–s06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723162" y="533400"/>
            <a:ext cx="18474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+ MEMORY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81213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IS EVERYTHING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139107"/>
            <a:ext cx="808329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与记忆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9600" y="3142357"/>
            <a:ext cx="80832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上下文窗口是有限的 — 三课解决知识注入、隔离和压缩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4572000"/>
            <a:ext cx="14869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s04 Subagent · s05 Skills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6688" y="4572000"/>
            <a:ext cx="12420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s06 Context Compact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5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0" y="1327249"/>
            <a:ext cx="3454450" cy="1180951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13350" y="1454200"/>
            <a:ext cx="32645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SUBAGENT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613350" y="1619250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messages[]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13350" y="1771650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13350" y="1924050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messages=[]  (clean)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13350" y="2076450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...30+ tool calls...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13350" y="2228850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summary text only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0" y="2635151"/>
            <a:ext cx="3454450" cy="1180951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13350" y="2762101"/>
            <a:ext cx="32645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 LOADING (2-layer)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13350" y="2927152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1: name list (~100 tok)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13350" y="3079552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system prompt always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13350" y="3231952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2: load_skill(name)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13350" y="3384352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content (~2000 tok)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13350" y="3536752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injected on demand only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9600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B · s04–s05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9600" y="768251"/>
            <a:ext cx="4559909" cy="97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隔离上下文，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按需注入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09600" y="1896070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 agent 和 skill 都是减少"无效 token"的机制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600" y="2340471"/>
            <a:ext cx="4470499" cy="110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Subagent：独立 messages[]，父只保留摘要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禁止递归生成 — child 不持有 task 工具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两层：名称列表常驻，内容按需拉取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cc-haha：6 种 skill 来源，realpath 去重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s04–s05 · AgentTool · skills-02-implementation.md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175296"/>
            <a:ext cx="3505349" cy="641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651" y="1276796"/>
            <a:ext cx="3316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 COMPACT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04651" y="1429196"/>
            <a:ext cx="3316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触发：每轮静默运行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4651" y="1591121"/>
            <a:ext cx="3316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tool_result → 占位符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77701" y="1917948"/>
            <a:ext cx="3505349" cy="12650"/>
          </a:xfrm>
          <a:prstGeom prst="rect">
            <a:avLst/>
          </a:prstGeom>
          <a:solidFill>
            <a:srgbClr val="2A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7701" y="2032099"/>
            <a:ext cx="3505349" cy="803077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651" y="2133600"/>
            <a:ext cx="3316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COMPACT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4651" y="2286000"/>
            <a:ext cx="3316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触发：token &gt; 50k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04651" y="2447925"/>
            <a:ext cx="3316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transcript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4651" y="2609850"/>
            <a:ext cx="3316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摘要全历史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7701" y="2936677"/>
            <a:ext cx="3505349" cy="12650"/>
          </a:xfrm>
          <a:prstGeom prst="rect">
            <a:avLst/>
          </a:prstGeom>
          <a:solidFill>
            <a:srgbClr val="2A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7701" y="3050828"/>
            <a:ext cx="3505349" cy="641152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4651" y="3152329"/>
            <a:ext cx="3316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 COMPACT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4651" y="3304729"/>
            <a:ext cx="3316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触发：工具显式调用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04651" y="3466654"/>
            <a:ext cx="33164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auto，用户控制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77701" y="3844230"/>
            <a:ext cx="35754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5A8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cc-haha: 5策略+熔断器保护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63901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B · s06 CONTEXT COMPACT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63901" y="768251"/>
            <a:ext cx="4559909" cy="97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上下文总会满，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三层腾地方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063901" y="1896070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激进程度递增，每层有不同触发条件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63901" y="2340471"/>
            <a:ext cx="4470499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micro：无感压缩，3 轮前的结果变占位符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auto：token 超限时 LLM 自动摘要全历史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 额外：Snip / Context Collapse / Session Memory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熔断器保护 — 防止压缩本身耗尽上下文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3901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s06 · memory-02-implementation.md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789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C+D · s07–s12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45263" y="533400"/>
            <a:ext cx="1212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+ TEAMS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797844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SINGLE THREAD TO AUTONOMOUS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124819"/>
            <a:ext cx="808329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</a:t>
            </a:r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9600" y="3128070"/>
            <a:ext cx="80832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持久化 → 后台并发 → 多 Agent 团队 → 自治 Worktree 隔离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4543425"/>
            <a:ext cx="9991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s07–s08 任务系统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260580" y="4543425"/>
            <a:ext cx="1299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s09–s12 多 Agent 协作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5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60950" y="1702147"/>
            <a:ext cx="35754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.tasks/ DAG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60950" y="1870323"/>
            <a:ext cx="896392" cy="206276"/>
          </a:xfrm>
          <a:prstGeom prst="rect">
            <a:avLst/>
          </a:prstGeom>
          <a:solidFill>
            <a:srgbClr val="153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62451" y="1921073"/>
            <a:ext cx="7072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[done] task_1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33542" y="1916311"/>
            <a:ext cx="62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70762" y="1870323"/>
            <a:ext cx="1056382" cy="206276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72263" y="1921073"/>
            <a:ext cx="870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[running] task_2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60950" y="2140000"/>
            <a:ext cx="896392" cy="206276"/>
          </a:xfrm>
          <a:prstGeom prst="rect">
            <a:avLst/>
          </a:prstGeom>
          <a:solidFill>
            <a:srgbClr val="1530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62451" y="2190750"/>
            <a:ext cx="7072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[done] task_1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33542" y="2185988"/>
            <a:ext cx="62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70762" y="2140000"/>
            <a:ext cx="1056382" cy="206276"/>
          </a:xfrm>
          <a:prstGeom prst="rect">
            <a:avLst/>
          </a:prstGeom>
          <a:solidFill>
            <a:srgbClr val="2A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72263" y="2190750"/>
            <a:ext cx="870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[blocked] task_3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60950" y="2523976"/>
            <a:ext cx="3505349" cy="12650"/>
          </a:xfrm>
          <a:prstGeom prst="rect">
            <a:avLst/>
          </a:prstGeom>
          <a:solidFill>
            <a:srgbClr val="2A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60950" y="2714327"/>
            <a:ext cx="35754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 Tasks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60950" y="2869853"/>
            <a:ext cx="9247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LLM call ←→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60950" y="3025378"/>
            <a:ext cx="7616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bg:   [test run]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460950" y="3180904"/>
            <a:ext cx="13055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 drain notify queue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60950" y="3336429"/>
            <a:ext cx="9791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bg:   [result ready]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9600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C · s07–s08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9600" y="768251"/>
            <a:ext cx="45599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 DAG + 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后台并行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09600" y="1408361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大目标拆成有序任务，慢操作丢后台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9600" y="1852761"/>
            <a:ext cx="4470499" cy="110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s07：.tasks/*.json 持久化 — 崩溃可恢复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blockedBy 字段：完成即自动解锁后续任务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s08：后台线程 + 通知队列，每次 LLM 调用前排空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主循环保持单线程 — 只有 I/O 被并行化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s07–s08 · learn-claude-code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507629"/>
            <a:ext cx="3505349" cy="856804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9202" y="1609130"/>
            <a:ext cx="33683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TEAM (JSONL 邮箱)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202" y="1796355"/>
            <a:ext cx="6527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20663" y="1796355"/>
            <a:ext cx="10336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inbox/coder.jsonl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9202" y="1951881"/>
            <a:ext cx="272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7402" y="1951881"/>
            <a:ext cx="1196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inbox/reviewer.jsonl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9202" y="2107406"/>
            <a:ext cx="4352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07393" y="2107406"/>
            <a:ext cx="14143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inbox/orchestrator.jsonl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7701" y="2465933"/>
            <a:ext cx="3505349" cy="12650"/>
          </a:xfrm>
          <a:prstGeom prst="rect">
            <a:avLst/>
          </a:prstGeom>
          <a:solidFill>
            <a:srgbClr val="2A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701" y="2580084"/>
            <a:ext cx="3505349" cy="1055787"/>
          </a:xfrm>
          <a:prstGeom prst="rect">
            <a:avLst/>
          </a:prstGeom>
          <a:solidFill>
            <a:srgbClr val="1A35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9202" y="2681585"/>
            <a:ext cx="3368394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 Protocol (s10)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9202" y="2823716"/>
            <a:ext cx="3368394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 → approved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9202" y="2965847"/>
            <a:ext cx="3368394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 → rejected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9202" y="3107978"/>
            <a:ext cx="3368394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 配对响应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9202" y="3250109"/>
            <a:ext cx="3368394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关机握手 / 计划审批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9202" y="3392239"/>
            <a:ext cx="3368394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结构完全相同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63901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D · s09–s10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63901" y="768251"/>
            <a:ext cx="45599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持久化队友，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统一协议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063901" y="1408361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从一次性 subagent 升级为长期存活的团队成员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63901" y="1852761"/>
            <a:ext cx="4470499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s09：JSONL 邮箱 — append-only，drain-on-read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每线程独立 agent loop，每轮开头检查收件箱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s10：一个 FSM 驱动所有协议，request_id 配对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cc-haha：tmux / iTerm2 / in-process 三种执行后端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3901" y="4543425"/>
            <a:ext cx="455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s09–s10 · cc-haha channel 文档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8325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60950" y="1223218"/>
            <a:ext cx="35754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(s11)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60950" y="1429494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↔ </a:t>
            </a:r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60950" y="1681907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IDLE: 每 5s 轮询，最多 60s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60950" y="1934319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扫 .tasks/ → claim → WORK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60950" y="2186732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短 → 注入 identity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60950" y="2439144"/>
            <a:ext cx="3505349" cy="12650"/>
          </a:xfrm>
          <a:prstGeom prst="rect">
            <a:avLst/>
          </a:prstGeom>
          <a:solidFill>
            <a:srgbClr val="2A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60950" y="2553295"/>
            <a:ext cx="35754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WORKTREE (s12)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460950" y="2759571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pending→running→done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460950" y="3011984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WT:   absent→active→removed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60950" y="3264396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task_id ↔ worktree 显式绑定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60950" y="3516809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events.jsonl 记录生命周期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60950" y="3769221"/>
            <a:ext cx="3575456" cy="15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崩溃: tasks/+index.json 重建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09600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D · s11–s12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768251"/>
            <a:ext cx="4559909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自治认领，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隔离并行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9600" y="1408361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队友自己看看板认领，各干各的 worktree 不冲突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9600" y="1852761"/>
            <a:ext cx="4470499" cy="110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s11：WORK↔IDLE 状态机，空闲自动认领任务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身份重注入：compact 后防止队友"失忆"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s12：每个任务绑定独立 git worktree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双状态机同步 + 崩溃恢复机制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s11–s12 · learn-claude-code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978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781651" y="533400"/>
            <a:ext cx="1787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MAPPING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1807369"/>
            <a:ext cx="8083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30L → TYPESCRIPT PRODUCTION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143869"/>
            <a:ext cx="808329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</a:t>
            </a:r>
            <a:pPr algn="l" indent="0" marL="0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</a:t>
            </a:r>
            <a:pPr algn="l" indent="0" marL="0">
              <a:lnSpc>
                <a:spcPts val="69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09600" y="3147120"/>
            <a:ext cx="80832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最小实现 → cc-haha TypeScript 的映射 — 精读三个核心模块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4572000"/>
            <a:ext cx="1598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AgentTool · Skills · Memory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46305" y="4572000"/>
            <a:ext cx="1211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 NanmiCoder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60750" cy="5143500"/>
          </a:xfrm>
          <a:prstGeom prst="rect">
            <a:avLst/>
          </a:prstGeom>
          <a:solidFill>
            <a:srgbClr val="0D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1299121"/>
            <a:ext cx="17876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6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(30L)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930301" y="1299121"/>
            <a:ext cx="17878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A5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cc-haha TypeScript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77701" y="1522809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7701" y="1578322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 loop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930301" y="1578322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queryLoop() src/query/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77701" y="1821507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701" y="1877020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TOOL_HANDLERS{}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30301" y="1877020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buildTool() factory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77701" y="2120205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701" y="2175718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messages=[]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30301" y="2175718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AgentTool + runAgent.ts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77701" y="2418904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701" y="2474416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load_skill(name)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930301" y="2474416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6-source skill loader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7701" y="2717602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701" y="2773114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micro_compact()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30301" y="2773114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Snip / Context Collapse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77701" y="3016300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701" y="3071813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auto_compact()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30301" y="3071813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+ Session Memory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77701" y="3314998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7701" y="3370511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.tasks/*.json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930301" y="3370511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TaskSystem (persistent)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77701" y="3613696"/>
            <a:ext cx="3505349" cy="0"/>
          </a:xfrm>
          <a:prstGeom prst="line">
            <a:avLst/>
          </a:prstGeom>
          <a:noFill/>
          <a:ln w="9525">
            <a:solidFill>
              <a:srgbClr val="2A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7701" y="3669209"/>
            <a:ext cx="17876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inbox/*.jsonl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930301" y="3669209"/>
            <a:ext cx="178780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D4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AsyncLocalStorage + tmux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63901" y="533400"/>
            <a:ext cx="4559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6 · MAPPING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63901" y="768251"/>
            <a:ext cx="4559909" cy="975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每行 Python，</a:t>
            </a:r>
            <a:pPr algn="l" indent="0" marL="0">
              <a:lnSpc>
                <a:spcPts val="384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对应一个模块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063901" y="1896070"/>
            <a:ext cx="4559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最小实现是地图，cc-haha 是实地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63901" y="2340471"/>
            <a:ext cx="4470499" cy="88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AgentTool：子 agent 派生的完整生产版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Skills：6 种来源 + realpath 去重 + 延迟解压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Memory：5 层压缩策略 + 自动记忆提取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63901" y="4572000"/>
            <a:ext cx="4559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cc-haha · NanmiCoder · agent-02 / skills-02 / memory-02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CHAPTER 6 · WHAT YOU GET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808329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 s01–s12，你会有</a:t>
            </a:r>
            <a:pPr algn="l" indent="0" marL="0">
              <a:lnSpc>
                <a:spcPts val="336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296442"/>
            <a:ext cx="2523083" cy="3148608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474143"/>
            <a:ext cx="2211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87301" y="2007543"/>
            <a:ext cx="2211035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行可运行 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7301" y="2323505"/>
            <a:ext cx="2167682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agent loop</a:t>
            </a:r>
            <a:endParaRPr lang="en-US" sz="900" dirty="0"/>
          </a:p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个基础工具</a:t>
            </a:r>
            <a:endParaRPr lang="en-US" sz="900" dirty="0"/>
          </a:p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权限沙箱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10384" y="1296442"/>
            <a:ext cx="2523232" cy="3148608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88085" y="1474143"/>
            <a:ext cx="22111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88085" y="2007543"/>
            <a:ext cx="2211187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个独立可拆机制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88085" y="2323505"/>
            <a:ext cx="216783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规划工具</a:t>
            </a:r>
            <a:endParaRPr lang="en-US" sz="900" dirty="0"/>
          </a:p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 agent 隔离</a:t>
            </a:r>
            <a:endParaRPr lang="en-US" sz="900" dirty="0"/>
          </a:p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三层上下文压缩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1317" y="1296442"/>
            <a:ext cx="2523083" cy="3148608"/>
          </a:xfrm>
          <a:prstGeom prst="rect">
            <a:avLst/>
          </a:prstGeom>
          <a:solidFill>
            <a:srgbClr val="152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018" y="1474143"/>
            <a:ext cx="22110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89018" y="2007543"/>
            <a:ext cx="2211035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映射生产源码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9018" y="2323505"/>
            <a:ext cx="2167682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DAG</a:t>
            </a:r>
            <a:endParaRPr lang="en-US" sz="900" dirty="0"/>
          </a:p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团队</a:t>
            </a:r>
            <a:endParaRPr lang="en-US" sz="900" dirty="0"/>
          </a:p>
          <a:p>
            <a:pPr algn="l" marL="342900" indent="-342900">
              <a:lnSpc>
                <a:spcPts val="126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5F2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Worktree 并行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4572000"/>
            <a:ext cx="80832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learn-claude-code · cc-haha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5413" y="1271885"/>
            <a:ext cx="393174" cy="8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259257" y="2084636"/>
            <a:ext cx="462533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6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Agency 是</a:t>
            </a:r>
            <a:pPr algn="ctr" indent="0" marL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76C7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学出来</a:t>
            </a:r>
            <a:pPr algn="ctr" indent="0" marL="0">
              <a:lnSpc>
                <a:spcPts val="486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</a:t>
            </a:r>
            <a:endParaRPr lang="en-US" sz="3600" dirty="0"/>
          </a:p>
          <a:p>
            <a:pPr algn="ctr" indent="0" marL="0">
              <a:lnSpc>
                <a:spcPts val="486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不是编出来的。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138965" y="3623816"/>
            <a:ext cx="286592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我们在建 Harness，信任模型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543425"/>
            <a:ext cx="1501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源码设计讲解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337250" y="4572000"/>
            <a:ext cx="22410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learn-claude-code · cc-haha · s01–s12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源码设计讲解</dc:title>
  <dc:subject>Internal Sharing</dc:subject>
  <dc:creator>ZYD</dc:creator>
  <cp:lastModifiedBy>ZYD</cp:lastModifiedBy>
  <cp:revision>1</cp:revision>
  <dcterms:created xsi:type="dcterms:W3CDTF">2026-05-01T14:38:19Z</dcterms:created>
  <dcterms:modified xsi:type="dcterms:W3CDTF">2026-05-01T14:38:19Z</dcterms:modified>
</cp:coreProperties>
</file>